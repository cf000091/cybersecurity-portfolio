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
  </p:notesMasterIdLst>
  <p:sldIdLst>
    <p:sldId id="256" r:id="rId2"/>
    <p:sldId id="257" r:id="rId3"/>
    <p:sldId id="258" r:id="rId4"/>
    <p:sldId id="259" r:id="rId5"/>
  </p:sldIdLst>
  <p:sldSz cx="9144000" cy="5143500" type="screen16x9"/>
  <p:notesSz cx="6858000" cy="9144000"/>
  <p:embeddedFontLst>
    <p:embeddedFont>
      <p:font typeface="Lato" panose="020B0604020202020204" charset="0"/>
      <p:regular r:id="rId7"/>
      <p:bold r:id="rId8"/>
      <p:italic r:id="rId9"/>
      <p:boldItalic r:id="rId10"/>
    </p:embeddedFont>
    <p:embeddedFont>
      <p:font typeface="Raleway" panose="020B060402020202020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87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1231f45f9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1231f45f9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1231f45f93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1231f45f93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1231f45f93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1231f45f93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3750" y="1322450"/>
            <a:ext cx="80322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933" dirty="0"/>
              <a:t>Familiarize yourself with phishing attacks</a:t>
            </a:r>
            <a:endParaRPr sz="2933" dirty="0"/>
          </a:p>
          <a:p>
            <a:pPr marL="0" lvl="0" indent="0" algn="l" rtl="0">
              <a:spcBef>
                <a:spcPts val="0"/>
              </a:spcBef>
              <a:spcAft>
                <a:spcPts val="0"/>
              </a:spcAft>
              <a:buNone/>
            </a:pPr>
            <a:r>
              <a:rPr lang="en-US" dirty="0"/>
              <a:t>HR and Marketing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is phishing?</a:t>
            </a:r>
            <a:endParaRPr dirty="0"/>
          </a:p>
        </p:txBody>
      </p:sp>
      <p:sp>
        <p:nvSpPr>
          <p:cNvPr id="92" name="Google Shape;92;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spcAft>
                <a:spcPts val="1200"/>
              </a:spcAft>
              <a:buNone/>
            </a:pPr>
            <a:r>
              <a:rPr lang="en-US" dirty="0"/>
              <a:t>“Phishing” refers to an attempt to steal sensitive information, typically in the form of usernames, passwords, credit card numbers, bank account information, or other important data in order to utilize or sell the stolen information.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8" name="Google Shape;98;p15"/>
          <p:cNvSpPr txBox="1">
            <a:spLocks noGrp="1"/>
          </p:cNvSpPr>
          <p:nvPr>
            <p:ph type="title"/>
          </p:nvPr>
        </p:nvSpPr>
        <p:spPr>
          <a:xfrm>
            <a:off x="658329" y="617609"/>
            <a:ext cx="9811745" cy="85881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Learn to spot phishing emails</a:t>
            </a:r>
            <a:endParaRPr/>
          </a:p>
        </p:txBody>
      </p:sp>
      <p:sp>
        <p:nvSpPr>
          <p:cNvPr id="4" name="Text Placeholder 3">
            <a:extLst>
              <a:ext uri="{FF2B5EF4-FFF2-40B4-BE49-F238E27FC236}">
                <a16:creationId xmlns:a16="http://schemas.microsoft.com/office/drawing/2014/main" id="{7EFA19B6-4084-4F1D-88E7-DB13FD8FF44F}"/>
              </a:ext>
            </a:extLst>
          </p:cNvPr>
          <p:cNvSpPr>
            <a:spLocks noGrp="1"/>
          </p:cNvSpPr>
          <p:nvPr>
            <p:ph type="body" idx="1"/>
          </p:nvPr>
        </p:nvSpPr>
        <p:spPr>
          <a:xfrm>
            <a:off x="302730" y="1240055"/>
            <a:ext cx="7688700" cy="2261100"/>
          </a:xfrm>
        </p:spPr>
        <p:txBody>
          <a:bodyPr>
            <a:normAutofit fontScale="25000" lnSpcReduction="20000"/>
          </a:bodyPr>
          <a:lstStyle/>
          <a:p>
            <a:endParaRPr lang="en-US" dirty="0"/>
          </a:p>
          <a:p>
            <a:r>
              <a:rPr lang="en-US" sz="4000" dirty="0"/>
              <a:t>Urgent or threatening language. The message may claim your account will be suspended or that you face a penalty if you don't act immediately. This tactic is used to create panic and prevent careful thinking.</a:t>
            </a:r>
          </a:p>
          <a:p>
            <a:r>
              <a:rPr lang="en-US" sz="4000" dirty="0"/>
              <a:t>Requests for sensitive information. Legitimate organizations rarely ask for personal information like passwords, Social Security numbers, or credit card details via email or text.</a:t>
            </a:r>
          </a:p>
          <a:p>
            <a:r>
              <a:rPr lang="en-US" sz="4000" dirty="0"/>
              <a:t>Inconsistencies in email addresses and domain names. Scammers often use email addresses that are slightly misspelled or come from a different domain. For example, an email from "micros0ft.com" instead of "microsoft.com" is a red flag.</a:t>
            </a:r>
          </a:p>
          <a:p>
            <a:r>
              <a:rPr lang="en-US" sz="4000" dirty="0"/>
              <a:t>Poor spelling and grammar. Many phishing emails contain obvious grammatical errors or typos, though AI is making these harder to spot. Legitimate companies typically use professional, error-free communication.</a:t>
            </a:r>
          </a:p>
          <a:p>
            <a:r>
              <a:rPr lang="en-US" sz="4000" dirty="0"/>
              <a:t>Generic greetings. Phishing emails are often sent in bulk and use impersonal salutations like "Dear Customer" or "Dear Member." A legitimate company that you have an account with will typically use your name.</a:t>
            </a:r>
          </a:p>
          <a:p>
            <a:r>
              <a:rPr lang="en-US" sz="4000" dirty="0"/>
              <a:t>Suspicious links and attachments. Don't click on links or open attachments from an unexpected sender. Hover your mouse over a link to see the actual web address. If the displayed address doesn't match the link text, it is likely a scam.</a:t>
            </a:r>
          </a:p>
          <a:p>
            <a:r>
              <a:rPr lang="en-US" sz="4000" dirty="0"/>
              <a:t>"Too good to be true" offers. If a message promises prizes, a large sum of money, or another unexpected offer, it's probably a phishing scam designed to trick you into clicking a link. </a:t>
            </a:r>
          </a:p>
          <a:p>
            <a:r>
              <a:rPr lang="en-US" sz="4000" dirty="0"/>
              <a:t>Phishing websites</a:t>
            </a:r>
          </a:p>
          <a:p>
            <a:r>
              <a:rPr lang="en-US" sz="4000" dirty="0"/>
              <a:t>Misspelled or unusual URLs. Phishing sites often mimic official websites but have subtle misspellings in the web address (e.g., "Amazn.com" instead of "Amazon.com").</a:t>
            </a:r>
          </a:p>
          <a:p>
            <a:r>
              <a:rPr lang="en-US" sz="4000" dirty="0"/>
              <a:t>Lack of HTTPS security. While not foolproof, a website that lacks a padlock icon in the address bar or begins with "http://" instead of "https://" is not secure and should be avoided.</a:t>
            </a:r>
          </a:p>
          <a:p>
            <a:r>
              <a:rPr lang="en-US" sz="4000" dirty="0"/>
              <a:t>Poor design quality. The website may have blurry images, mismatched branding, or awkward formatting. Legitimate sites generally have a polished, professional appearance.</a:t>
            </a:r>
          </a:p>
          <a:p>
            <a:r>
              <a:rPr lang="en-US" sz="4000" dirty="0"/>
              <a:t>Unexpected pop-ups. Frequent or aggressive pop-ups asking for personal details are a strong sign of a phishing site.</a:t>
            </a:r>
          </a:p>
          <a:p>
            <a:r>
              <a:rPr lang="en-US" sz="4000" dirty="0"/>
              <a:t>Payment method inconsistencies. Be wary of sites that only accept uncommon payment methods, such as bank transfers or cryptocurrency, which are difficult to trace.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do we stop getting phished?</a:t>
            </a:r>
            <a:endParaRPr/>
          </a:p>
        </p:txBody>
      </p:sp>
      <p:sp>
        <p:nvSpPr>
          <p:cNvPr id="104" name="Google Shape;104;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spcAft>
                <a:spcPts val="1200"/>
              </a:spcAft>
              <a:buNone/>
            </a:pPr>
            <a:r>
              <a:rPr lang="en-US" sz="1400"/>
              <a:t>To </a:t>
            </a:r>
            <a:r>
              <a:rPr lang="en-US" sz="1400" dirty="0"/>
              <a:t>stop phishing emails, be vigilant about suspicious messages, strengthen your email and account security, and know how to report scams. Phishing emails use deceptive tactics, like impersonating a trusted source, to trick you into revealing personal information or downloading malware. </a:t>
            </a:r>
            <a:endParaRPr dirty="0">
              <a:highlight>
                <a:srgbClr val="FFFF00"/>
              </a:highlight>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539</Words>
  <Application>Microsoft Office PowerPoint</Application>
  <PresentationFormat>On-screen Show (16:9)</PresentationFormat>
  <Paragraphs>21</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Lato</vt:lpstr>
      <vt:lpstr>Raleway</vt:lpstr>
      <vt:lpstr>Arial</vt:lpstr>
      <vt:lpstr>Streamline</vt:lpstr>
      <vt:lpstr>Familiarize yourself with phishing attacks HR and Marketing</vt:lpstr>
      <vt:lpstr>What is phishing?</vt:lpstr>
      <vt:lpstr>Learn to spot phishing emails</vt:lpstr>
      <vt:lpstr>How do we stop getting phished?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Familiarize yourself with phishing attacks HR and Marketing</dc:title>
  <cp:lastModifiedBy>Cory Floyd</cp:lastModifiedBy>
  <cp:revision>1</cp:revision>
  <dcterms:modified xsi:type="dcterms:W3CDTF">2025-09-23T14:50:18Z</dcterms:modified>
</cp:coreProperties>
</file>